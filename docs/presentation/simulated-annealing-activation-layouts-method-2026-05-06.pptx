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f0eb692934f09" /><Relationship Type="http://schemas.openxmlformats.org/officeDocument/2006/relationships/extended-properties" Target="/docProps/app.xml" Id="R3514cc2ffa164af0" /><Relationship Type="http://schemas.openxmlformats.org/officeDocument/2006/relationships/officeDocument" Target="/ppt/presentation.xml" Id="R266705644d8542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d4da38db34bd9"/>
  </p:sldMasterIdLst>
  <p:notesMasterIdLst>
    <p:notesMasterId xmlns:r="http://schemas.openxmlformats.org/officeDocument/2006/relationships" r:id="Ra1995eb06a114d18"/>
  </p:notesMasterIdLst>
  <p:sldIdLst>
    <p:sldId xmlns:r="http://schemas.openxmlformats.org/officeDocument/2006/relationships" id="256" r:id="Re25cb8d4ff8e4c45"/>
    <p:sldId xmlns:r="http://schemas.openxmlformats.org/officeDocument/2006/relationships" id="257" r:id="R9f04d78f0d524bdd"/>
    <p:sldId xmlns:r="http://schemas.openxmlformats.org/officeDocument/2006/relationships" id="258" r:id="R0457c373366740e2"/>
    <p:sldId xmlns:r="http://schemas.openxmlformats.org/officeDocument/2006/relationships" id="259" r:id="R90d655a0e72b4b08"/>
    <p:sldId xmlns:r="http://schemas.openxmlformats.org/officeDocument/2006/relationships" id="260" r:id="R2ef6000d1c7f4a3c"/>
    <p:sldId xmlns:r="http://schemas.openxmlformats.org/officeDocument/2006/relationships" id="261" r:id="R43ae1c6191344549"/>
    <p:sldId xmlns:r="http://schemas.openxmlformats.org/officeDocument/2006/relationships" id="262" r:id="Raa2cfd53478a403e"/>
    <p:sldId xmlns:r="http://schemas.openxmlformats.org/officeDocument/2006/relationships" id="263" r:id="R1a7fa78297c14715"/>
    <p:sldId xmlns:r="http://schemas.openxmlformats.org/officeDocument/2006/relationships" id="264" r:id="Rf0097d4d75f94497"/>
    <p:sldId xmlns:r="http://schemas.openxmlformats.org/officeDocument/2006/relationships" id="265" r:id="R4647986f07994c07"/>
    <p:sldId xmlns:r="http://schemas.openxmlformats.org/officeDocument/2006/relationships" id="266" r:id="Rb3ba970043cf4d50"/>
    <p:sldId xmlns:r="http://schemas.openxmlformats.org/officeDocument/2006/relationships" id="267" r:id="R116c867d62c346c0"/>
    <p:sldId xmlns:r="http://schemas.openxmlformats.org/officeDocument/2006/relationships" id="268" r:id="Rfe0340ccbaee4f93"/>
    <p:sldId xmlns:r="http://schemas.openxmlformats.org/officeDocument/2006/relationships" id="269" r:id="R6e7e2b7c1b3f47e0"/>
    <p:sldId xmlns:r="http://schemas.openxmlformats.org/officeDocument/2006/relationships" id="270" r:id="R48e92f08ada7482e"/>
    <p:sldId xmlns:r="http://schemas.openxmlformats.org/officeDocument/2006/relationships" id="271" r:id="Rf81e1913bcce4d3a"/>
    <p:sldId xmlns:r="http://schemas.openxmlformats.org/officeDocument/2006/relationships" id="272" r:id="R8348c01ede1248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d4da38db34bd9" /><Relationship Type="http://schemas.openxmlformats.org/officeDocument/2006/relationships/theme" Target="/ppt/theme/theme1.xml" Id="Ra9bfdc5a09d347a6" /><Relationship Type="http://schemas.openxmlformats.org/officeDocument/2006/relationships/notesMaster" Target="/ppt/notesMasters/notesMaster1.xml" Id="Ra1995eb06a114d18" /><Relationship Type="http://schemas.openxmlformats.org/officeDocument/2006/relationships/presProps" Target="/ppt/presProps.xml" Id="R17a25d5f172e4043" /><Relationship Type="http://schemas.openxmlformats.org/officeDocument/2006/relationships/viewProps" Target="/ppt/viewProps.xml" Id="R74ab466b49484361" /><Relationship Type="http://schemas.openxmlformats.org/officeDocument/2006/relationships/tableStyles" Target="/ppt/tableStyles.xml" Id="R78d365518b164894" /><Relationship Type="http://schemas.openxmlformats.org/officeDocument/2006/relationships/slide" Target="/ppt/slides/slide1.xml" Id="Re25cb8d4ff8e4c45" /><Relationship Type="http://schemas.openxmlformats.org/officeDocument/2006/relationships/slide" Target="/ppt/slides/slide2.xml" Id="R9f04d78f0d524bdd" /><Relationship Type="http://schemas.openxmlformats.org/officeDocument/2006/relationships/slide" Target="/ppt/slides/slide3.xml" Id="R0457c373366740e2" /><Relationship Type="http://schemas.openxmlformats.org/officeDocument/2006/relationships/slide" Target="/ppt/slides/slide4.xml" Id="R90d655a0e72b4b08" /><Relationship Type="http://schemas.openxmlformats.org/officeDocument/2006/relationships/slide" Target="/ppt/slides/slide5.xml" Id="R2ef6000d1c7f4a3c" /><Relationship Type="http://schemas.openxmlformats.org/officeDocument/2006/relationships/slide" Target="/ppt/slides/slide6.xml" Id="R43ae1c6191344549" /><Relationship Type="http://schemas.openxmlformats.org/officeDocument/2006/relationships/slide" Target="/ppt/slides/slide7.xml" Id="Raa2cfd53478a403e" /><Relationship Type="http://schemas.openxmlformats.org/officeDocument/2006/relationships/slide" Target="/ppt/slides/slide8.xml" Id="R1a7fa78297c14715" /><Relationship Type="http://schemas.openxmlformats.org/officeDocument/2006/relationships/slide" Target="/ppt/slides/slide9.xml" Id="Rf0097d4d75f94497" /><Relationship Type="http://schemas.openxmlformats.org/officeDocument/2006/relationships/slide" Target="/ppt/slides/slide10.xml" Id="R4647986f07994c07" /><Relationship Type="http://schemas.openxmlformats.org/officeDocument/2006/relationships/slide" Target="/ppt/slides/slide11.xml" Id="Rb3ba970043cf4d50" /><Relationship Type="http://schemas.openxmlformats.org/officeDocument/2006/relationships/slide" Target="/ppt/slides/slide12.xml" Id="R116c867d62c346c0" /><Relationship Type="http://schemas.openxmlformats.org/officeDocument/2006/relationships/slide" Target="/ppt/slides/slide13.xml" Id="Rfe0340ccbaee4f93" /><Relationship Type="http://schemas.openxmlformats.org/officeDocument/2006/relationships/slide" Target="/ppt/slides/slide14.xml" Id="R6e7e2b7c1b3f47e0" /><Relationship Type="http://schemas.openxmlformats.org/officeDocument/2006/relationships/slide" Target="/ppt/slides/slide15.xml" Id="R48e92f08ada7482e" /><Relationship Type="http://schemas.openxmlformats.org/officeDocument/2006/relationships/slide" Target="/ppt/slides/slide16.xml" Id="Rf81e1913bcce4d3a" /><Relationship Type="http://schemas.openxmlformats.org/officeDocument/2006/relationships/slide" Target="/ppt/slides/slide17.xml" Id="R8348c01ede12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7b3cc5f0fc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ab7d456f548ce" /><Relationship Type="http://schemas.openxmlformats.org/officeDocument/2006/relationships/notesMaster" Target="/ppt/notesMasters/notesMaster1.xml" Id="R1a809194f47c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76fa2b3384e56" /><Relationship Type="http://schemas.openxmlformats.org/officeDocument/2006/relationships/notesMaster" Target="/ppt/notesMasters/notesMaster1.xml" Id="R9ca895ecd911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d40168805e4aa6" /><Relationship Type="http://schemas.openxmlformats.org/officeDocument/2006/relationships/notesMaster" Target="/ppt/notesMasters/notesMaster1.xml" Id="R134c10e693aa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8653239f39443b" /><Relationship Type="http://schemas.openxmlformats.org/officeDocument/2006/relationships/notesMaster" Target="/ppt/notesMasters/notesMaster1.xml" Id="R6ee076af11414e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067f9cd64046a8" /><Relationship Type="http://schemas.openxmlformats.org/officeDocument/2006/relationships/notesMaster" Target="/ppt/notesMasters/notesMaster1.xml" Id="Rd30e06e71be2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8c4477e30c4efc" /><Relationship Type="http://schemas.openxmlformats.org/officeDocument/2006/relationships/notesMaster" Target="/ppt/notesMasters/notesMaster1.xml" Id="R02f29c683f2c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b5bc9ddca34fe7" /><Relationship Type="http://schemas.openxmlformats.org/officeDocument/2006/relationships/notesMaster" Target="/ppt/notesMasters/notesMaster1.xml" Id="R4ea06a5ac3a7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bad7232414f1a" /><Relationship Type="http://schemas.openxmlformats.org/officeDocument/2006/relationships/notesMaster" Target="/ppt/notesMasters/notesMaster1.xml" Id="R82b0c8b348f5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a80a76d01f44a1" /><Relationship Type="http://schemas.openxmlformats.org/officeDocument/2006/relationships/notesMaster" Target="/ppt/notesMasters/notesMaster1.xml" Id="R4371572775134f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1d5b076e20460a" /><Relationship Type="http://schemas.openxmlformats.org/officeDocument/2006/relationships/notesMaster" Target="/ppt/notesMasters/notesMaster1.xml" Id="Rb04778ec803d48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1918d804e74ec3" /><Relationship Type="http://schemas.openxmlformats.org/officeDocument/2006/relationships/notesMaster" Target="/ppt/notesMasters/notesMaster1.xml" Id="R272c70e821e848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18e2fa6d9d4e33" /><Relationship Type="http://schemas.openxmlformats.org/officeDocument/2006/relationships/notesMaster" Target="/ppt/notesMasters/notesMaster1.xml" Id="R07b4dbbe06584a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dbf134ee854dce" /><Relationship Type="http://schemas.openxmlformats.org/officeDocument/2006/relationships/notesMaster" Target="/ppt/notesMasters/notesMaster1.xml" Id="R368c39578ca847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5825fddf1d4662" /><Relationship Type="http://schemas.openxmlformats.org/officeDocument/2006/relationships/notesMaster" Target="/ppt/notesMasters/notesMaster1.xml" Id="R2b1fe0a82b9646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850e8fcb854301" /><Relationship Type="http://schemas.openxmlformats.org/officeDocument/2006/relationships/notesMaster" Target="/ppt/notesMasters/notesMaster1.xml" Id="R33068ce44f1741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1babb16e3c4773" /><Relationship Type="http://schemas.openxmlformats.org/officeDocument/2006/relationships/notesMaster" Target="/ppt/notesMasters/notesMaster1.xml" Id="Re2d906f3968d49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86293679f64dad" /><Relationship Type="http://schemas.openxmlformats.org/officeDocument/2006/relationships/notesMaster" Target="/ppt/notesMasters/notesMaster1.xml" Id="R1c980406f7cd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cff2c10c446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1efd758b1ae44c9" /><Relationship Type="http://schemas.openxmlformats.org/officeDocument/2006/relationships/slideLayout" Target="/ppt/slideLayouts/slideLayout2.xml" Id="R4861594951c2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1594951c2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efdc2e916b4082" /><Relationship Type="http://schemas.openxmlformats.org/officeDocument/2006/relationships/notesSlide" Target="/ppt/notesSlides/notesSlide1.xml" Id="Ra38be77b509f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9a35f231e94c58" /><Relationship Type="http://schemas.openxmlformats.org/officeDocument/2006/relationships/notesSlide" Target="/ppt/notesSlides/notesSlide2.xml" Id="Ra06a394a6f51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0dd8302ff4db2" /><Relationship Type="http://schemas.openxmlformats.org/officeDocument/2006/relationships/notesSlide" Target="/ppt/notesSlides/notesSlide3.xml" Id="R86f2a9195b98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e199a9cce4e08" /><Relationship Type="http://schemas.openxmlformats.org/officeDocument/2006/relationships/notesSlide" Target="/ppt/notesSlides/notesSlide4.xml" Id="Rd93513fd522245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aa64f7eb3413c" /><Relationship Type="http://schemas.openxmlformats.org/officeDocument/2006/relationships/notesSlide" Target="/ppt/notesSlides/notesSlide5.xml" Id="Rc5186cbac0b6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d2be5a7f304871" /><Relationship Type="http://schemas.openxmlformats.org/officeDocument/2006/relationships/notesSlide" Target="/ppt/notesSlides/notesSlide6.xml" Id="R6c62a0da413745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90161258f40f5" /><Relationship Type="http://schemas.openxmlformats.org/officeDocument/2006/relationships/notesSlide" Target="/ppt/notesSlides/notesSlide7.xml" Id="R3115e1c76fff4c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9aa2b557b4d26" /><Relationship Type="http://schemas.openxmlformats.org/officeDocument/2006/relationships/notesSlide" Target="/ppt/notesSlides/notesSlide8.xml" Id="Rd57f0b39668d4f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16c984844b4de8" /><Relationship Type="http://schemas.openxmlformats.org/officeDocument/2006/relationships/notesSlide" Target="/ppt/notesSlides/notesSlide9.xml" Id="Re2118bcfe08147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464df4e03411d" /><Relationship Type="http://schemas.openxmlformats.org/officeDocument/2006/relationships/notesSlide" Target="/ppt/notesSlides/notesSlide10.xml" Id="R8ab858a638cf40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065fddc824850" /><Relationship Type="http://schemas.openxmlformats.org/officeDocument/2006/relationships/notesSlide" Target="/ppt/notesSlides/notesSlide11.xml" Id="R0498ecff693c41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9f9f2ca954a2d" /><Relationship Type="http://schemas.openxmlformats.org/officeDocument/2006/relationships/notesSlide" Target="/ppt/notesSlides/notesSlide12.xml" Id="Rccdaa981bc9547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72e3c36e54da2" /><Relationship Type="http://schemas.openxmlformats.org/officeDocument/2006/relationships/notesSlide" Target="/ppt/notesSlides/notesSlide13.xml" Id="Rb3dc26f0d33f4f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c7e3173704d95" /><Relationship Type="http://schemas.openxmlformats.org/officeDocument/2006/relationships/notesSlide" Target="/ppt/notesSlides/notesSlide14.xml" Id="R0882fe40333242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3182ccd84480a" /><Relationship Type="http://schemas.openxmlformats.org/officeDocument/2006/relationships/notesSlide" Target="/ppt/notesSlides/notesSlide15.xml" Id="R1f137da29cc24a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7213c85b34ea9" /><Relationship Type="http://schemas.openxmlformats.org/officeDocument/2006/relationships/notesSlide" Target="/ppt/notesSlides/notesSlide16.xml" Id="R62d728867f1b4f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ee8980a49d43ba" /><Relationship Type="http://schemas.openxmlformats.org/officeDocument/2006/relationships/notesSlide" Target="/ppt/notesSlides/notesSlide17.xml" Id="Rf7c6bf76dd224a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40FF9-0309-47D5-8E07-CB501E9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097C2-950A-4F89-A03C-796436F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EE602-F8C4-45A3-BAFF-AA331E9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83462-BC9D-40FB-980C-2B582EFE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8BD3B-16C8-4420-A10B-133B65C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NATURAL COMPUTATION · METHOD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46E12-88D0-46B9-8CD7-0C7DA1FC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Simulated Annealing for Activation Function Layouts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5BE9F-E299-465E-880D-1140C02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A discrete search method for assigning activation functions inside a basic neural network.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BD217-78FF-4E1E-8C26-9CC20843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6856D-6AF7-4A3A-BE70-EE355F9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55916-D32F-4407-ACD9-BC5D364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6D101-C143-4C0F-AAF1-E766AFE7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9C931-6180-41EA-A356-2566A61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D6EED-E22B-46DB-AA1D-05AEF02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25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0FB59-6288-42E8-A1FF-BDE8B95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C9292-EBD5-4F67-9834-7AFB14E1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8F520F-EB18-4C93-8AFE-D4C124F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B9E41-CD9B-44E6-A3F2-EEE32F3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hidden AFs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8AFF38-295F-4EBB-9615-B5A84A2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D04CF-EC56-49C8-8CD6-9F05C5D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2B6E32-0CBE-4CC3-B5D5-D7C20E3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= activation layout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AA015F-F903-44B6-B423-C728FA5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the search state is not a weight 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118FDA-492D-4A8E-92E4-F0837C5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191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2AA768-EA5E-48F7-BE9B-E931C18E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default score = val loss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0AC046-A9F8-4FD3-89F7-B4A9C10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435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after short candidate training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C8EAEB-1124-4604-97C9-17432A9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F3177A-8598-4DC3-8520-43F4DBB5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3" name="fixed-network-connection-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1866900" cy="-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4" name="fixed-network-connection-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1866900" cy="8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5" name="fixed-network-connection-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1866900" cy="71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6" name="fixed-network-connection-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18669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7" name="fixed-network-connection-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866900" cy="-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8" name="fixed-network-connection-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866900" cy="-31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49" name="fixed-network-connection-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866900" cy="31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0" name="fixed-network-connection-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86690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1" name="fixed-network-connection-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866900" cy="-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2" name="fixed-network-connection-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866900" cy="-71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3" name="fixed-network-connection-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866900" cy="-8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4" name="fixed-network-connection-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86690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5" name="fixed-network-connection-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86690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6" name="fixed-network-connection-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17900"/>
            <a:ext cx="1866900" cy="31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7" name="fixed-network-connection-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0200"/>
            <a:ext cx="1866900" cy="-31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  <p:sp>
        <p:nvSpPr>
          <p:cNvPr id="58" name="fixed-network-connection-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62500"/>
            <a:ext cx="1866900" cy="-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79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69387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1BE3BF-E5E9-484A-867B-C17B8FE0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FED0-BDC6-46E0-B5F1-F454B21D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F7DFB-6B9F-45E4-AD2A-31C2FDC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9FD32-1415-45F1-8333-90F065D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1B07-4794-4815-98F9-7B350C2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Simulated Annealing is a search heuristic for large discrete spaces.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E3E24-4185-4D67-9DAC-5A255D59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981FD-A2F5-4F30-A80B-8291477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Analogy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ADE8-B74D-4A8E-9352-1729773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A hot material can move freely. As it cools, it settles into a stable low-energy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D24ED-408E-4F60-B730-F00B7FB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6D4CA-8949-4CD4-9D67-FEC0B84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Optimization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D624E-8ADC-4E92-9F26-C22FBE2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algorithm accepts good moves and sometimes accepts worse moves to escape local minima.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21C74-A4E1-434D-8FE7-3E9A3297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99DCE-E5AE-474F-8F9F-3576B6E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Why useful 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A9950-ED73-462C-9DCB-F12ED45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Activation layouts are discrete. There is no gradient telling us which activation to choose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666EC-1B03-4FF7-BBB0-AADC3E6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2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EC0D7-1F97-4D75-9903-710C4E59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search: current state → neighbor state → accept or reject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91A08-C7C9-473A-AC36-2DDF405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repeat while temperature and budget allow exploration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14B2F-107F-4D50-93BF-B9C1D86E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1A4D6-CA2C-445B-8F46-5D42963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0557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B2361-E9B0-476A-B3AE-928360C2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B30C4-CE54-4793-A28E-228DF197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1D1B9-3EC3-4D41-ABE6-1EF6AF0C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7DA48-F42B-40B0-9A07-BAEE8F7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PROBLEM SPLIT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0C7C4-F8B7-41C1-A748-4676D19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optimization target is the activation layout, not the weights.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B6C21-03D4-4C32-9051-36C9F225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476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CAB14-DC4D-4102-A414-33C49EB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Gradient descent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C62B5-F721-4541-8F3F-D77B00E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4095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Trains weights and biases for one fixed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Continuous parameters:</a:t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w₁, w₂, ...,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8780C-B5EC-4995-BB40-209D1AB3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6C8E-EC06-4EBC-A241-BB595D9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Simulated annealing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CE2D8-C833-4D33-A8D8-5F179EE5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095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Searches over assignments of activation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Discrete choices:</a:t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ReLU, GELU, tanh,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1BB23-4391-413F-8506-E81FBE5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781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E8495-AE9E-417C-B78C-E960E82D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054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 L = [f₁, f₂, …, fₙ]  with  fᵢ ∈ AF-set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4B5F0-EAA9-4A47-95FF-FA6C0D30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24500"/>
            <a:ext cx="735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weights are trained inside each candidate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56797-F744-4F39-A35C-65D926F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0E665-49E2-4F9E-8F0A-2BFAEA5D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3531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AE438-0594-4338-B522-CCB309C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AFB7F-3F01-4ADE-9E18-0D03C580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7B08E-E6CD-43DC-BBEA-B305281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E12C-3FEA-4DD4-ACFD-3F89F186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EBEB-BAFD-4FA0-821A-DEB09BF3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benchmark setup is fixed before the search starts.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5F1B4-62F8-41C0-A087-B689B95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8598-0714-4784-8515-F0C547F0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Official CSV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B15C4-B93B-4506-8872-B5FB0B8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Train and test CSV files are loaded from the benchmark suite.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C73F2-C8B3-47DF-AEB8-B0170F0D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DB0E7-FE09-472A-9AB6-54E5DB0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Validation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048CD-983C-471D-8264-D29B6B4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Validation is deterministically split from the train CSV.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8FF1A-30CD-446A-849E-936C51C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CDA66-7119-4F27-8082-6E89A9A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Scaling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AA0AE-5A44-453C-8A34-8B052E2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StandardScaler is fit only on training data, then applied to val/test.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EF38-D27D-4B43-A9DF-834BD99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3360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A0504-57EE-4FF9-A0CB-F9A362DC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Fixed topology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E6439-164E-410B-A59D-0687C1A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Each benchmark has one fixed network shape and epoch budget.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F64CB-D11F-4305-BE6B-C8CE661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8763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ED02B-8544-476F-BDFB-E25F3B03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AF-set = { ReLU, GELU, Sigmoid, tanh, Swish, Identity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4D2D9-B9BD-43C5-937A-3D9E183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9590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same activation search space for all official benchmark problems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D3153-86C2-48EF-AB4B-E1F1E553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6B0E3-0830-4681-BEA1-7C14AAD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04757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C58E4-1F92-4842-BB71-36982567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CFFC3-70EF-4258-B1D2-1DCA0E83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B190A-A8C3-4A16-9825-A7066885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9B409-2293-42C1-9DF4-F46EB54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BENCHMARK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C329B-760F-4230-A137-8662D0E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Each benchmark defines one neural-network topology.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7500D-BADA-4BC9-936F-3E415AB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333750" cy="36004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CAFEE-A9A4-4C36-ADCB-E2C7EEB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7D6E3-F4C6-49BA-AAC0-2B5EA168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2-8-1 · 100 epochs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4CCBD-34E3-4ECA-81EB-E8B5AC9A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067BF-4373-43B5-BD89-7B67632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075ED-F3E7-4463-95F5-388C225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1C0CB-EA4E-46BC-BB8D-F94F370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4122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FFDE8-638D-405D-A51F-9BAAB11A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9159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2AF92-A897-464C-AD79-1CD18668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4196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8F2F9-962C-4FB5-B65D-ED3EDE39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923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1BD23-A6F8-45E3-8100-C10D696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42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EB70E-1132-4784-8CD6-907B5ED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30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4935F-2EA6-4B16-87BC-0B24CCEA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43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EFD05-B56A-4870-B52C-076945D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38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F11426-272A-4CDD-B245-8A59924F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C70116-4579-4E02-91B8-1841FC5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D699C8-FC21-481A-8E01-4DE1F7B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1E554E-70F2-4A0C-8727-9E930A34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FAA93B-B7E6-44EB-9DEA-F365751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146A6A-D081-4BEE-8BEB-26CBED6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173B1-CA41-49CC-BBCF-FC8F9F9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14550"/>
            <a:ext cx="3333750" cy="36004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85BB89-5CE9-429A-88D3-4E264BC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669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8D95D4-8F20-4128-B857-3842466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336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4-8-3 · 150 epochs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067816-D48F-4019-A6CE-9DE70C41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1F0D7C-9A14-4B9B-9838-81C57867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5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11E1FF-83C7-461D-A40F-71532B8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121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046C90-A854-4513-B98B-A1736559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429C3C-9E47-4FA6-BA36-2E89A714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EA415B-1609-4494-9EA9-C08B45EF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4122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69C140-C497-4F90-B2EB-463B843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9159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DC9FC3-06A0-46A2-B415-0B02664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4196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FB47C7-5172-472D-9FA4-71D117D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923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2440B1-E2E0-4E48-88AD-BF0C5940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42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DA4CDD-7AEB-4092-805C-E440537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930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D954B1-6E88-47A3-93C4-89ABA79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43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91E84F-C565-4851-84DF-E710DE7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83A523-9E81-4DE9-B2A6-3B1D7DD2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38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72F4BA-C9F7-461D-A987-0A464DC8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2DD59E3-01C5-463C-83A0-6EF39E0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CABF4C-EF7C-4C0B-BF9B-A70EE1EE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4C01BF2-A39F-4129-8E06-8AB5C442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68E78B6-6854-4262-9793-5E594C4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D820C11-2229-4B55-9865-FD1CD35A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C2C8772-3384-4732-A9C8-E138EB7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1BCA29-0DD3-436B-B929-044971F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3333750" cy="36004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A907FDA-565B-4759-9070-0C448CE7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097621-B15B-49B4-852C-40563D3D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6-16-16-1 · 250 epochs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54D8322-D454-41DB-96B7-C8B3C068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B418C9-B174-4D16-B5CA-1FDDE33A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2994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5D32171-61F0-4286-8E83-6690DBA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690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DE6F2D8-4DCB-47A9-B42F-2F9E2E52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812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01CC6EA-49DA-434A-88CE-79D1741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721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5D9CB47-E2F3-483A-980E-C5BC659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9BB99E8-243F-4EB9-8246-F76425A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C51EA13-92D7-4BBA-B754-B7AB8F8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1127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1B10CB-76F3-4FBE-ADFA-6A828AFA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2346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883D6EF-A9DD-4EE7-8260-61A68BBE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3566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82648A6-9019-408D-B407-D841B884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4785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8F09382-86A1-4DB3-9464-0491885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62F4466-D8B7-43CE-A58E-8D23F62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7223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E5E5C7F-5A24-4CFA-8601-757BABEF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8442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AAA2473-CB6F-4903-A5D7-E38269D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39662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A1E1D0B-9652-4420-8C84-83EA8E8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0881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74D0F51-940D-47F3-816F-5A9346B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9CD3F87-21EC-468B-8A5D-C822B89F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3319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41B9E9C-A7D3-4BBD-9DF2-FA0DABE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4538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9ACB735-6247-4B11-9156-885D8FC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5758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6D5E057-D3D6-4599-86EA-EC60363A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6977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2FBF12C-676B-4DDC-89C0-0DA9AD03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575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2C56DB1-53C6-4E97-87A5-F284CAB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59B422-3CD6-4E55-8EDA-7690221A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1127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5D0E86A-DBDA-41C8-BE3A-5C1703D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2346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6F1EB09-E3BF-4FCE-9FF8-AA29CA37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3566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BEEC301-12F8-4470-AD4D-771DF020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4785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F2CFB01-F829-431E-8AA4-153528DC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0BEA43E-1A86-4BF1-A2C5-32FDFE1E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7223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3EA6C20-DC01-4FA0-9CFA-4E999F2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8442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5115E2-6440-4D3B-8B7F-BF6A5FE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39662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20638FC-A4FF-4073-B959-6D9BD70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0881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4CDE689-6964-43FE-97E5-F97137C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30A72D9-6B49-4FC4-8B41-76B47720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3319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90B931F-09F1-432A-9D73-E3CCA932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4538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72EFBC9-F90C-4422-A290-75FF517B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5758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6D78E5E-70D6-4202-9F16-185BEFA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6977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63FF452-C58F-44F7-8480-B00EC5A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925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9118446-D1C5-44FE-B9A0-27DC47C6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38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75DB9F3-7A1C-491D-BB8E-07681912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1941FF8-5575-46BA-8A21-894410F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BA37312-96A8-4323-9746-05CE41B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45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hidden 1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65B6356-39CC-4F05-A178-399494B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45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E6043C2-B71D-4EAE-A728-F69B2EBB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hidden 2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F205F7D-95A2-4DF6-B82C-C60D364D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BE9F0DE-F757-487F-8755-FF927246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24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EEC7660-30DE-477B-A3EF-E75C5E10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314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F60AC35-4F43-442C-A3DA-EA73440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19291DB-48AB-48C5-8152-D59B39B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2" name="fixed-network-connection-2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3" name="fixed-network-connection-2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4" name="fixed-network-connection-2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5" name="fixed-network-connection-2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6" name="fixed-network-connection-2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7" name="fixed-network-connection-2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8" name="fixed-network-connection-2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69" name="fixed-network-connection-2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952500" cy="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0" name="fixed-network-connection-2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1" name="fixed-network-connection-2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2" name="fixed-network-connection-2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3" name="fixed-network-connection-2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4" name="fixed-network-connection-2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5" name="fixed-network-connection-27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6" name="fixed-network-connection-27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-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7" name="fixed-network-connection-2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9525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8" name="fixed-network-connection-27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76575"/>
            <a:ext cx="9525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79" name="fixed-network-connection-27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26946"/>
            <a:ext cx="952500" cy="625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0" name="fixed-network-connection-28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77318"/>
            <a:ext cx="952500" cy="375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1" name="fixed-network-connection-28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27689"/>
            <a:ext cx="952500" cy="125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2" name="fixed-network-connection-28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8061"/>
            <a:ext cx="952500" cy="-125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3" name="fixed-network-connection-28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8432"/>
            <a:ext cx="952500" cy="-375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4" name="fixed-network-connection-28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78804"/>
            <a:ext cx="952500" cy="-625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5" name="fixed-network-connection-28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29175"/>
            <a:ext cx="952500" cy="-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6" name="fixed-network-connection-28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7" name="fixed-network-connection-28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8" name="fixed-network-connection-28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89" name="fixed-network-connection-28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0" name="fixed-network-connection-29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1" name="fixed-network-connection-29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2" name="fixed-network-connection-29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3" name="fixed-network-connection-29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952500" cy="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4" name="fixed-network-connection-29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-59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5" name="fixed-network-connection-29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-343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6" name="fixed-network-connection-29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-92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7" name="fixed-network-connection-29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1573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8" name="fixed-network-connection-29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407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299" name="fixed-network-connection-29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6581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0" name="fixed-network-connection-30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908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1" name="fixed-network-connection-3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70300"/>
            <a:ext cx="952500" cy="115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2" name="fixed-network-connection-3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-115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3" name="fixed-network-connection-3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-908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4" name="fixed-network-connection-3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-6581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5" name="fixed-network-connection-3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-407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6" name="fixed-network-connection-3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-1573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7" name="fixed-network-connection-3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92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8" name="fixed-network-connection-3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343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09" name="fixed-network-connection-3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35450"/>
            <a:ext cx="952500" cy="59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0" name="fixed-network-connection-3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1" name="fixed-network-connection-3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2" name="fixed-network-connection-3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3" name="fixed-network-connection-3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4" name="fixed-network-connection-3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5" name="fixed-network-connection-3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6" name="fixed-network-connection-3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-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7" name="fixed-network-connection-3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00600"/>
            <a:ext cx="9525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8" name="fixed-network-connection-3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76575"/>
            <a:ext cx="9525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19" name="fixed-network-connection-3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76575"/>
            <a:ext cx="9525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0" name="fixed-network-connection-3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76575"/>
            <a:ext cx="952500" cy="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1" name="fixed-network-connection-3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26946"/>
            <a:ext cx="952500" cy="-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2" name="fixed-network-connection-3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26946"/>
            <a:ext cx="952500" cy="625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3" name="fixed-network-connection-3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26946"/>
            <a:ext cx="952500" cy="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4" name="fixed-network-connection-3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77318"/>
            <a:ext cx="952500" cy="-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5" name="fixed-network-connection-3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77318"/>
            <a:ext cx="952500" cy="375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6" name="fixed-network-connection-3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77318"/>
            <a:ext cx="952500" cy="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7" name="fixed-network-connection-3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27689"/>
            <a:ext cx="952500" cy="-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8" name="fixed-network-connection-3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27689"/>
            <a:ext cx="952500" cy="125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29" name="fixed-network-connection-3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27689"/>
            <a:ext cx="952500" cy="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0" name="fixed-network-connection-3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78061"/>
            <a:ext cx="952500" cy="-9729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1" name="fixed-network-connection-3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78061"/>
            <a:ext cx="952500" cy="-125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2" name="fixed-network-connection-3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78061"/>
            <a:ext cx="952500" cy="72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3" name="fixed-network-connection-3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28432"/>
            <a:ext cx="952500" cy="-1223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4" name="fixed-network-connection-3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28432"/>
            <a:ext cx="952500" cy="-375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5" name="fixed-network-connection-3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28432"/>
            <a:ext cx="952500" cy="472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6" name="fixed-network-connection-3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78804"/>
            <a:ext cx="952500" cy="-1473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7" name="fixed-network-connection-3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78804"/>
            <a:ext cx="952500" cy="-625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8" name="fixed-network-connection-3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78804"/>
            <a:ext cx="952500" cy="22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39" name="fixed-network-connection-3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29175"/>
            <a:ext cx="952500" cy="-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0" name="fixed-network-connection-3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29175"/>
            <a:ext cx="952500" cy="-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1" name="fixed-network-connection-3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29175"/>
            <a:ext cx="9525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2" name="fixed-network-connection-3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3" name="fixed-network-connection-3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299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4" name="fixed-network-connection-3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664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5" name="fixed-network-connection-3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103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6" name="fixed-network-connection-3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13963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7" name="fixed-network-connection-3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60642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8" name="fixed-network-connection-3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4240"/>
            <a:ext cx="606425" cy="-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49" name="fixed-network-connection-3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4240"/>
            <a:ext cx="606425" cy="2038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0" name="fixed-network-connection-3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4240"/>
            <a:ext cx="606425" cy="5695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1" name="fixed-network-connection-3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4240"/>
            <a:ext cx="606425" cy="935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2" name="fixed-network-connection-3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4240"/>
            <a:ext cx="606425" cy="1301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3" name="fixed-network-connection-3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83330"/>
            <a:ext cx="606425" cy="-6229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4" name="fixed-network-connection-3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83330"/>
            <a:ext cx="606425" cy="-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5" name="fixed-network-connection-3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83330"/>
            <a:ext cx="606425" cy="108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6" name="fixed-network-connection-3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83330"/>
            <a:ext cx="606425" cy="4743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7" name="fixed-network-connection-3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83330"/>
            <a:ext cx="606425" cy="8401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8" name="fixed-network-connection-3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-10839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59" name="fixed-network-connection-3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-7181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0" name="fixed-network-connection-3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-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1" name="fixed-network-connection-3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2" name="fixed-network-connection-3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3790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3" name="fixed-network-connection-3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2420"/>
            <a:ext cx="606425" cy="7448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4" name="fixed-network-connection-3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1510"/>
            <a:ext cx="606425" cy="-1179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5" name="fixed-network-connection-3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1510"/>
            <a:ext cx="606425" cy="-813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6" name="fixed-network-connection-3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1510"/>
            <a:ext cx="606425" cy="-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7" name="fixed-network-connection-3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1510"/>
            <a:ext cx="606425" cy="-819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8" name="fixed-network-connection-3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1510"/>
            <a:ext cx="606425" cy="283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69" name="fixed-network-connection-3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606425" cy="-1640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0" name="fixed-network-connection-3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606425" cy="-12744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1" name="fixed-network-connection-3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606425" cy="-908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2" name="fixed-network-connection-3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606425" cy="-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3" name="fixed-network-connection-3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606425" cy="-1771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4" name="fixed-network-connection-3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038475"/>
            <a:ext cx="67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5" name="fixed-network-connection-37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038475"/>
            <a:ext cx="67310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6" name="fixed-network-connection-37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160395"/>
            <a:ext cx="67310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7" name="fixed-network-connection-3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160395"/>
            <a:ext cx="673100" cy="1706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8" name="fixed-network-connection-37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282315"/>
            <a:ext cx="673100" cy="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79" name="fixed-network-connection-37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282315"/>
            <a:ext cx="673100" cy="1463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0" name="fixed-network-connection-38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404235"/>
            <a:ext cx="673100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1" name="fixed-network-connection-38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404235"/>
            <a:ext cx="6731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2" name="fixed-network-connection-38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526155"/>
            <a:ext cx="67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3" name="fixed-network-connection-38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526155"/>
            <a:ext cx="67310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4" name="fixed-network-connection-38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648075"/>
            <a:ext cx="673100" cy="-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5" name="fixed-network-connection-38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648075"/>
            <a:ext cx="67310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6" name="fixed-network-connection-38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769995"/>
            <a:ext cx="673100" cy="-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7" name="fixed-network-connection-38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769995"/>
            <a:ext cx="673100" cy="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8" name="fixed-network-connection-38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891915"/>
            <a:ext cx="673100" cy="-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89" name="fixed-network-connection-38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3891915"/>
            <a:ext cx="673100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0" name="fixed-network-connection-39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013835"/>
            <a:ext cx="673100" cy="-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1" name="fixed-network-connection-39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013835"/>
            <a:ext cx="67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2" name="fixed-network-connection-39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135755"/>
            <a:ext cx="673100" cy="-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3" name="fixed-network-connection-39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135755"/>
            <a:ext cx="67310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4" name="fixed-network-connection-39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257675"/>
            <a:ext cx="673100" cy="-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5" name="fixed-network-connection-39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257675"/>
            <a:ext cx="673100" cy="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6" name="fixed-network-connection-39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379595"/>
            <a:ext cx="673100" cy="-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7" name="fixed-network-connection-39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379595"/>
            <a:ext cx="673100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8" name="fixed-network-connection-39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501515"/>
            <a:ext cx="673100" cy="-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399" name="fixed-network-connection-39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501515"/>
            <a:ext cx="67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0" name="fixed-network-connection-40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623435"/>
            <a:ext cx="673100" cy="-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1" name="fixed-network-connection-4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623435"/>
            <a:ext cx="673100" cy="-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2" name="fixed-network-connection-4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745355"/>
            <a:ext cx="673100" cy="-1463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3" name="fixed-network-connection-4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745355"/>
            <a:ext cx="673100" cy="-487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4" name="fixed-network-connection-4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867275"/>
            <a:ext cx="673100" cy="-1706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5" name="fixed-network-connection-4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867275"/>
            <a:ext cx="673100" cy="-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6" name="fixed-network-connection-4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038475"/>
            <a:ext cx="6064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7" name="fixed-network-connection-4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160395"/>
            <a:ext cx="606425" cy="792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8" name="fixed-network-connection-4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282315"/>
            <a:ext cx="606425" cy="670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09" name="fixed-network-connection-4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404235"/>
            <a:ext cx="606425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0" name="fixed-network-connection-4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526155"/>
            <a:ext cx="606425" cy="426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1" name="fixed-network-connection-4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648075"/>
            <a:ext cx="6064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2" name="fixed-network-connection-4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769995"/>
            <a:ext cx="606425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3" name="fixed-network-connection-4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3891915"/>
            <a:ext cx="606425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4" name="fixed-network-connection-4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013835"/>
            <a:ext cx="606425" cy="-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5" name="fixed-network-connection-4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135755"/>
            <a:ext cx="606425" cy="-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6" name="fixed-network-connection-4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257675"/>
            <a:ext cx="606425" cy="-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7" name="fixed-network-connection-4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379595"/>
            <a:ext cx="606425" cy="-426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8" name="fixed-network-connection-4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501515"/>
            <a:ext cx="606425" cy="-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19" name="fixed-network-connection-4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623435"/>
            <a:ext cx="606425" cy="-670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20" name="fixed-network-connection-4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745355"/>
            <a:ext cx="606425" cy="-792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421" name="fixed-network-connection-4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4867275"/>
            <a:ext cx="606425" cy="-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5490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D5BE9-EA84-4E33-B7FD-01B4233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1F061-00A9-412B-8A98-1FC00746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EC2F3-CAD1-4B01-9B91-B17C1C3E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F7817-3DBA-4629-9C7B-5E6BA64D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STATE 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33B41-4AFA-4479-83B4-0394103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A state is a concrete activation assignment for the hidden neurons.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262B8-2359-410E-9240-3ED7576D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F69AE-F1DF-442D-B3F5-F3BEDE71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homogeneous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51E46-95D5-4730-8EF1-7BC0982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193A4-9C42-4898-B8A1-0156C2C0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B67FA-7131-4969-955C-896C16C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7CFBC-D2EA-48DF-8C2C-B9C6FD5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4C7A2-793B-400B-AB38-4CE4A80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895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8B0BB-4EE3-4B59-9749-B1E5792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64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4D79F-866B-4938-9B1F-E8A4A76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392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DC219-0B56-4857-8135-2A9EAE9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141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6DCC6-A593-469D-AD39-D255DF1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2889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6D254-00F1-4E8F-B699-5CD75116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5638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BE499-D6C1-4C5A-803F-E0BFACC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3569B-CF47-4F67-85F7-C48B8D0B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DCEDEB-3E5A-4294-993C-999AF91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ReLU · ReLU · ReLU · ReLU · ReLU · ReLU · ReLU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49AA1A-1040-4845-B68C-C587B573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ACF966-DD37-4D51-815C-94B8389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C441F4-67B5-4788-B67D-70C8817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E42492-5133-4785-B5B1-CB2BA13A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7B729D-8364-4AA2-8EFB-B5A06851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BBBFE0-8093-4FA4-B924-2EB84008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9B81B4-A622-4C76-B54A-D29215CF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895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7FFCAE-6631-4FAD-B782-736EC272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64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D0CF23-1887-4025-8379-A87F94B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392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FCEB0E-9783-4A45-B17D-A74E2D0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141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917B49-1C90-4C51-97EA-89C3C834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889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B22630-553B-4518-BE71-C8DB969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5638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38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510A7F-FB18-4607-823A-8577CA5B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7644B6-AC13-4427-AF0C-81871F2E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B7FE76-E448-40AC-9552-B50C2829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863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tanh · GELU · Swish · Sigmoid · ReLU · Identity · tanh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4BED78-3EAE-4028-8434-AAC4F9F0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667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8D300C-EDA6-4F43-A6F2-EC2A711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Read this as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7E9FC7-6D38-4270-9DF2-D034096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topology stays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Only hidden-neuron activation choices change.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97BBD9-7D6A-4041-9F6D-81A04D0A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2667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5BFF8F-E18F-4904-A0C1-6381EBEC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Activation legend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CA9BA2-517C-4DDA-AB12-7909DED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C11023-35F5-42D5-A95F-DCCB0FF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81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E5C2F9-50E9-45AE-B348-83C05ED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81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ABF4EEC-BEEE-4BD4-A4C5-53567452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81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GELU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0A1AE7B-6FEE-4220-A5CA-FE29593A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8F6B36-38B8-4D0F-AD14-32523F1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Sigmoid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FC9FD6B-44A9-4251-9F1D-16C27CB8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DE9B9A1-4F1F-4A13-AE9A-4FACECC3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67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tanh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4AC549-EF5A-49EE-945B-9C40AA64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6950F57-4A7F-440A-9850-8496E48B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53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Swish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42CBC16-F164-4243-B35D-F012DC1E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38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0787AE2-FE31-4AF1-8BC2-9E863915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353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F65396A-46FC-48B7-8D7C-0630BCE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6E3291-7F08-4D71-BDAD-827C9F8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9" name="fixed-network-connection-1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0" name="fixed-network-connection-1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1" name="fixed-network-connection-1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2" name="fixed-network-connection-1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3" name="fixed-network-connection-1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4" name="fixed-network-connection-1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5" name="fixed-network-connection-1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6" name="fixed-network-connection-1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7" name="fixed-network-connection-1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8" name="fixed-network-connection-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9" name="fixed-network-connection-1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0" name="fixed-network-connection-1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1" name="fixed-network-connection-1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2" name="fixed-network-connection-1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3" name="fixed-network-connection-1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4" name="fixed-network-connection-1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5" name="fixed-network-connection-1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6" name="fixed-network-connection-1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7" name="fixed-network-connection-1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8" name="fixed-network-connection-1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9" name="fixed-network-connection-1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0" name="fixed-network-connection-1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1" name="fixed-network-connection-1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2" name="fixed-network-connection-1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3" name="fixed-network-connection-1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03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4" name="fixed-network-connection-1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752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5" name="fixed-network-connection-1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501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6" name="fixed-network-connection-1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249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7" name="fixed-network-connection-1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998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8" name="fixed-network-connection-1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746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9" name="fixed-network-connection-1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6495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0" name="fixed-network-connection-1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9244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1" name="fixed-network-connection-1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2" name="fixed-network-connection-1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3" name="fixed-network-connection-1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4" name="fixed-network-connection-1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5" name="fixed-network-connection-1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6" name="fixed-network-connection-1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7" name="fixed-network-connection-1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8" name="fixed-network-connection-1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9" name="fixed-network-connection-1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0" name="fixed-network-connection-1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1" name="fixed-network-connection-1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2" name="fixed-network-connection-1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3" name="fixed-network-connection-1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4" name="fixed-network-connection-1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5" name="fixed-network-connection-1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6" name="fixed-network-connection-1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7" name="fixed-network-connection-1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8" name="fixed-network-connection-1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9" name="fixed-network-connection-1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0" name="fixed-network-connection-1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1" name="fixed-network-connection-1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2" name="fixed-network-connection-1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3" name="fixed-network-connection-1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4" name="fixed-network-connection-1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5" name="fixed-network-connection-17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003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6" name="fixed-network-connection-17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752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7" name="fixed-network-connection-1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501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8" name="fixed-network-connection-17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249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9" name="fixed-network-connection-17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998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80" name="fixed-network-connection-18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746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81" name="fixed-network-connection-18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495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82" name="fixed-network-connection-18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244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64052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57CF-2FF9-40BD-8B77-91F7DC1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0A8D4-105A-4AE2-989A-36F4A6C7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F1AB-1A33-478E-BEE6-4B4377E3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76ABC-747D-4A42-9B58-C5AD9DF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ALGORITHM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23E1-C7F1-459A-87D3-1CFBEC7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SA loop repeatedly proposes, scores, and decides on layout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DD8D6-B54D-40BE-BB59-21B64F91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3CBE-3AA8-48E8-9819-A3EB39D6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68F6B-E036-4123-817A-579E74B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39BC3-F051-48F0-A448-A1E64008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Initialize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59778-3DBE-439B-86B9-68DF12EE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start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1CB66-5AE1-47F5-823F-C5593F6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AE424-8FF8-4628-822A-310727D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6515A-364C-4868-B776-3BAE020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90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88D24-F5AE-4C8B-8F3F-01F33496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04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Neighbor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ADEEE-C6AE-4348-896B-F9F1C37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small mutation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CA291-4072-4208-A2B3-079B0E6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527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E6D3"/>
          </a:solidFill>
          <a:ln xmlns:a="http://schemas.openxmlformats.org/drawingml/2006/main" w="9525">
            <a:solidFill>
              <a:srgbClr val="E3B0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E18B9-4154-40D7-A03B-3C2BF41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70A8A-88CC-4FF9-9987-7CA04E39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0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6CFDF-3D6A-4091-8A0F-0F8C6C3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004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4E7FA-F461-4514-A78D-6BF17EB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validation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95C6C-5D56-408C-90FC-A0C12FA8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615CA-B278-469A-A708-6ECE3A47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0B642-1BFE-42E7-A43E-E4B7828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3956D-7376-45AA-948D-13740E7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Accept?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10211-2895-4A05-9BA5-6FED043B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rule with 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F57BA-E5C9-47B9-8648-9C26AB6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6E566-4EB1-4A80-A7F9-BE141E8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F0B70-50F4-4097-BD4A-5A98C387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90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7094B-1160-442E-B2E5-508951C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Cool down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70CEE-3E2E-46F8-94FD-6E9247B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reduce 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72A08-AE71-4831-A603-6F3E767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3238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2360E7-167A-4361-94F5-29C4F9D8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D0CB9-3567-4910-9CB4-EF61953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3238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7ADD6-B40E-45FD-9DA0-23790E4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75AF53-1B27-4071-A9B8-4DAB0329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5F295-5A28-4DA5-A90D-1740039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359986-F72A-4D1E-AA45-E309443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238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DAA6F8-9D37-48DA-BB60-41C715CA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D17A3-3CEA-4C8C-B4B3-23B8F06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7620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1773A0-2E81-4847-B6AC-9767A2F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until max_steps or temperature stop condition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6421CA-10F2-4A10-BD9C-FB85583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38800"/>
            <a:ext cx="716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best layout is tracked separately from the current layout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E59580-75A8-4BE3-B771-263F598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B41EB1-3DDE-4824-B4A4-CB8A5A6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28264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A763D-46B4-487F-9B15-3FCB47DC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FB8F4-373A-4990-B3E9-A01ED4E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722E1-686C-46FA-8698-638AFCDD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804C-0DC5-4C11-895C-FAFB445E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C1A31-6019-4C80-9D69-F6F7A4A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Candidate scoring converts a layout into one comparable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76D03-7B1D-4ABE-8416-0729F61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C4EF2-162A-4C89-A61E-05273D0B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1872B-52EA-4C2B-9BE8-90FBB4E1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6824B-38F8-4983-BA0B-5D7D2DDB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Build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AA7F-2D94-4477-BB81-0076FFF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same topology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F7D8B-450D-44E5-A956-B05DE98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384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E6D3"/>
          </a:solidFill>
          <a:ln xmlns:a="http://schemas.openxmlformats.org/drawingml/2006/main" w="9525">
            <a:solidFill>
              <a:srgbClr val="E3B0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9B892-A346-4BE1-AC80-A7B163BF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DDE17-A95E-4841-AAA0-F22FCE4E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765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56C95-729F-46BE-BA04-50359B9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Train shortly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4C409-B685-42B2-A113-5BDF53D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candidate epochs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8F45D-C35E-4291-B18E-86461B65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384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772E7-C249-459A-9CDA-62E7DDAD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5BF8D-F48E-4AF4-8F35-AA29557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765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30C1A-683D-4479-8543-6D440BE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057C2-93BF-4693-A66B-53DF729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loss /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46BD2-981E-4881-9029-389CAEF7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384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5B146-7A0B-4DEC-BCF6-CA530AE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8FDB4-8286-4C1B-AF5A-80AAC0AE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F149E-7A2F-482C-8737-837C6463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Return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04298-1B7E-47E1-9C5C-B5D85F20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DEABB-A372-4385-B0D9-83C1863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124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7355C-8002-419E-A27B-C105F1E7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67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E6568-6A2F-489E-9003-563C3FC3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124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0052D-2569-424F-AB73-8C0F4A9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9EB9E-7ACF-47B3-8CE4-94666A9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3124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D53DB-7FCF-4F21-BFB8-4DF08A9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34506-D2F8-49EF-B445-32057EB0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5447C-D325-4885-AF6A-54923170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Important distinction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2AF209-79AD-4B01-9E6F-1FBD5D2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Candidate training is a cheap estimate used during search. It is not the final performance report.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10E358-4316-4175-AF07-AA076F9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B93B9-A715-41D9-975A-D7C25D2C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Validation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36726-6A55-40C4-B3FE-D3ABAD58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673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Validation data guides search. Test data is reserved for final evaluation only.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A8E3A6-1383-4E66-850B-F655570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897B48-F45A-42C7-9907-E2C1740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95541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97B7A-01BC-4B47-9659-ACD48D4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3013-AC2B-4D28-856C-7051245F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72488-1966-44C1-8DAD-2F6139E3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B8E9E-904E-48BC-9450-28EBBDEF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ACCEPTANCE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39099-5801-492C-B964-19B3E69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acceptance rule allows controlled uphill moves.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185F4-7D0B-44F0-9724-6C629CD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1FE8-E180-4127-ABFF-A0B73B6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Improved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98AD-C827-4122-8321-5B94AFCF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Δ = candidate_score - current_score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if Δ ≤ 0: accept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3605B-88EB-4CD5-9BEA-69C9F4F3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9D890-1E32-4585-8411-C4CDE768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Worse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5AC62-BA2A-4336-9978-0521937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if Δ &gt; 0: accept with probability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5326F-B772-4856-93A7-DE0CE7E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FEBB3-0E17-4EA3-A06D-C80D0B7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Best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9C89E-267B-4DAC-8E8A-C8E8AD2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Best layout is stored separately even if the current state later moves 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5F0A2-050B-48E8-AB7B-2258481F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86300"/>
            <a:ext cx="6362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D6E30-BAFE-401C-935A-171A0BD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95850"/>
            <a:ext cx="598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= exp(-Δ / 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C7B4A-37FC-44A1-BD32-8DCCEA4C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large T makes worse moves more likely; small T makes them rare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26785-1BDB-473D-B517-AA0DD7E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C417A-24E1-4AA4-A2AA-0C987A85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29673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8CEF8-435A-46AC-8507-548D19AC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2CDC7-2602-471C-81C7-9A7D9C7D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17C5B-08BC-488A-9C1A-43D2E87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05634-2B26-4CE5-89CB-CFE99CC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ADB6D-1163-4FCE-B4EA-4855777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Temperature controls exploration at the beginning and convergence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6AD41-E6A9-4B87-BDAC-4EE87D3B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0B81E-A2FB-4BF7-9517-D6792F69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High temperature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83DEC-DA8C-4733-BAEF-5A3B87C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4095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Worse candidates may still be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Purpose: escape local minima and explore different regions.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2839C-EB7C-4584-9798-A453CE0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3E506-4B90-4264-B33E-E132A8C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824F8-0390-4A3F-B0A0-A77FF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1D5EB-E575-4277-BDDA-34EA32EC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2889B-16B4-4FF9-AC1A-65738875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06A38-ED27-4071-A9EF-70A6D80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095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algorithm becomes more conservative.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Purpose: stabilize around promising layouts.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A5C38-3861-4356-B0C7-D06E308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83274-96F5-40F1-A014-5A1B1BD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47F8F-D5FB-408D-BA5B-F09BCB6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52BE8-9449-4D5A-97AE-76F1D70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C999D-4D4D-4ED6-895C-5DC602DB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Tₖ₊₁ = α · Tₖ    with    0 &lt; α &lt;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DBF93-37BD-41FD-A39B-FB0D4BF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4355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geometric cooling is simple, deterministic, and easy to 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C1E43-3FBE-46D6-936B-CFCED08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F4364-A349-4125-B7F8-0307552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54576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DF0F4-CCA8-47FE-8DF4-0897BD0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26ACE-E519-45B9-8D2E-0AB883A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B91C-7072-408E-97BD-5E256C64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0439F-09A1-40EF-BE78-9167DF3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NEIGHBORHOOD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28BF5-37C5-421E-AF20-25F8C33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`set_neuron` changes exactly one activation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8A4CA-618A-4CD4-826A-9ECA7A52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F6F5E-A14E-40C1-9A4F-DEFAC08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8388-9C80-483E-B012-467DA702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4E7F4-F825-4FE6-BE6B-9397E3F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C4F18-2A37-4B84-A1BC-6ABA547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2D170-190E-440D-998F-82F841D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AE7B2-0A92-48A3-A6AD-654A3F4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41B66-119D-4950-884B-852A3E0A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21B03-4655-44DA-A853-1888775C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40F07-77A2-4C60-90CF-9420CCA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F8657-D34C-47F7-8B49-91A2437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24273-278F-4B14-8340-AC64F94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9D56F-9F83-480E-B5DE-4CA352E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9FEFE-E510-4F7D-9160-1776C47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E4E5E5-3AF1-4EB1-A480-D8ED9167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ReLU · ReLU · ReLU · ReLU · ReLU · ReLU · ReLU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470689-D8CF-4A20-A393-E09ABC2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365760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53751C-D307-403C-9D9A-59926F6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00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22A56E-29BF-46CB-A8BB-7C2D157F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set:L1:3:tanh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70D483-827D-443A-950C-C639A7B0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54AB4A-682C-484D-9EBC-77F731B5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A5F955-8C38-4C5D-831C-D560FA7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3A9426-9CB2-4604-8A96-7543556B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1F2257-CB66-4CCA-9B65-8FE6255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6A88AC-1AFC-4384-A48D-5AB147A3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674E3F-26B4-4B5E-B118-77CE7B1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11B3AA-1E7A-412E-A673-88C9768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C4093D-F2D4-477C-AD28-B6FC78E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55644E-F053-4433-A861-7303E4D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874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C7BD31-FB58-4E9C-B9BB-9437187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6E27FA-5E68-49EB-8A0E-86B7541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29F054-3119-4A3E-A22E-81C7534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EFF8AA-E805-41F6-B194-B339FC05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E039FB-2502-4A92-93C5-98AD849D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CA1623-397A-4E30-B86E-6F52367D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ReLU · ReLU · tanh · ReLU · ReLU · ReLU · ReLU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9BAAFCD-3723-4168-A832-61B94D5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742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B2725C-24F7-4930-A6FD-E5AF14D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47E347-9F5E-491A-93CF-69EB965B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Fine-grained local search: one hidden neuron changes while the surrounding layout stays stable.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30DC68-1E73-47CB-AAF6-018C9A25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E6D037B-E0AD-42A2-BE37-20E49B0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9" name="fixed-network-connection-1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0" name="fixed-network-connection-1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1" name="fixed-network-connection-1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2" name="fixed-network-connection-1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3" name="fixed-network-connection-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4" name="fixed-network-connection-1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5" name="fixed-network-connection-1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6" name="fixed-network-connection-1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7" name="fixed-network-connection-1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8" name="fixed-network-connection-1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9" name="fixed-network-connection-1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0" name="fixed-network-connection-1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1" name="fixed-network-connection-1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2" name="fixed-network-connection-1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3" name="fixed-network-connection-1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4" name="fixed-network-connection-1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5" name="fixed-network-connection-1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6" name="fixed-network-connection-1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7" name="fixed-network-connection-1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8" name="fixed-network-connection-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9" name="fixed-network-connection-1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0" name="fixed-network-connection-1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1" name="fixed-network-connection-1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2" name="fixed-network-connection-1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3" name="fixed-network-connection-1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4" name="fixed-network-connection-1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5" name="fixed-network-connection-1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6" name="fixed-network-connection-1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7" name="fixed-network-connection-1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8" name="fixed-network-connection-1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9" name="fixed-network-connection-1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0" name="fixed-network-connection-1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1" name="fixed-network-connection-1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2" name="fixed-network-connection-1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3" name="fixed-network-connection-1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4" name="fixed-network-connection-1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5" name="fixed-network-connection-1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6" name="fixed-network-connection-1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7" name="fixed-network-connection-1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8" name="fixed-network-connection-1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9" name="fixed-network-connection-1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0" name="fixed-network-connection-1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1" name="fixed-network-connection-1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2" name="fixed-network-connection-1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3" name="fixed-network-connection-1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4" name="fixed-network-connection-1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5" name="fixed-network-connection-1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6" name="fixed-network-connection-1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7" name="fixed-network-connection-1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8" name="fixed-network-connection-1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9" name="fixed-network-connection-1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0" name="fixed-network-connection-1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1" name="fixed-network-connection-1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2" name="fixed-network-connection-1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3" name="fixed-network-connection-1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4" name="fixed-network-connection-1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5" name="fixed-network-connection-1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6" name="fixed-network-connection-1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7" name="fixed-network-connection-1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8" name="fixed-network-connection-1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9" name="fixed-network-connection-1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0" name="fixed-network-connection-1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1" name="fixed-network-connection-1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2" name="fixed-network-connection-1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62938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4AC8B-CE4C-4F6D-967A-1020E2A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3BD6E-0EAD-4BD9-BA41-80A5BC6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B1ADB-9CB5-4E62-A551-E0EA59AA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EB94-54AA-48CC-A836-1B3B65F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NEIGHBORHOOD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B15CF-E846-4C32-B85B-02B3DDD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`swap_neurons` keeps the activation multiset but changes positions.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82E2C-C5EF-4479-A8B9-99102EDB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CB539-B4B8-447B-BAD6-E03FCE3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EE374-3556-4298-B469-438C864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3FF22-A967-4FE5-A804-029844AB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CF86-06B9-4CF7-8025-7E11D18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F021-9DB4-4D76-9032-17C61D6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64C5E-FAAE-430E-9738-10F44E9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885A6-8FC5-405E-8F81-9048744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9901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6862-CDEF-4D2D-8FD2-3E4C3789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96A03-3367-4328-853C-C186C4D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0313B-189D-4C7C-B98E-4D400F4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3AA13-61F7-4879-8790-C934D4C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2360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4613E-7DA0-4505-AAC3-14B5032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50778-3F25-49DE-B106-C425D855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38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06873-8C25-45F2-84CC-73C1322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90637-EF0F-46BA-87B3-FB24C6CC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6FEF85-BBDE-4F30-87A0-B380D1E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tanh · GELU · Swish · Sigmoid · ReLU · Identity · tanh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DE5B24-6A59-436F-8B7B-0CDB6AE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365760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44FCFF-2310-4A50-81C4-AE09F209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00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6B420D-58BA-403C-9FE7-3AC9B4E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swap:L1:1:4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B02A15-3AE0-4781-B2B3-EE6CFF0D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006F21-139D-4D36-999A-EE373B64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AD9FE9-26FB-4F90-8AD8-F95E3D1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BF8462-D77E-4FC2-AC4C-3219155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660E9A-704C-4F2E-901F-0238795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F3997-7ADA-4122-BB6E-85746EE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4C7B58-EE85-4D49-8D27-AC35C16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32F5AF-858B-4CD7-AABF-CEFA1478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9901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91A1AB-6FDA-424D-995B-AC4CA7B6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FE11EE-83E7-477B-8034-F3BE3B60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E1CED6-C696-42E4-B62D-80FEE6C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85EFAC-17D8-4A0F-BDB7-0C1FE1A5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360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69EAC1-0E8E-4C34-A912-5FA3B0E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CC8758-797C-4DFB-84C9-59232411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38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9F28A7-6F7A-4419-BD54-120ECAB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1637E0-A285-4CD3-AEC2-48B7F70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06E1AF5-9F0C-42E6-B58F-222224E8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Sigmoid · GELU · Swish · tanh · ReLU · Identity · tanh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2811EA-A028-4249-9C5B-DD1A893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742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02C1AA-460D-4BEA-AF26-80F28EB0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B03A26-CF44-4FAE-A5EB-1D92D61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Tests whether placement matters while preserving how many times each activation appears.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49CDC5-6DBF-445E-B4C7-4EB43D56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99B8665-2246-4D32-8745-EF5F88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12" name="fixed-network-connection-1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3" name="fixed-network-connection-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4" name="fixed-network-connection-1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5" name="fixed-network-connection-1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6" name="fixed-network-connection-1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7" name="fixed-network-connection-1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8" name="fixed-network-connection-1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9" name="fixed-network-connection-1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0" name="fixed-network-connection-1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1" name="fixed-network-connection-1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2" name="fixed-network-connection-1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3" name="fixed-network-connection-1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4" name="fixed-network-connection-1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5" name="fixed-network-connection-1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6" name="fixed-network-connection-1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7" name="fixed-network-connection-1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8" name="fixed-network-connection-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9" name="fixed-network-connection-1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0" name="fixed-network-connection-1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1" name="fixed-network-connection-1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2" name="fixed-network-connection-1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3" name="fixed-network-connection-1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4" name="fixed-network-connection-1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5" name="fixed-network-connection-1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6" name="fixed-network-connection-1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7" name="fixed-network-connection-1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8" name="fixed-network-connection-1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9" name="fixed-network-connection-1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0" name="fixed-network-connection-1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1" name="fixed-network-connection-1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2" name="fixed-network-connection-1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3" name="fixed-network-connection-1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4" name="fixed-network-connection-1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5" name="fixed-network-connection-1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6" name="fixed-network-connection-1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7" name="fixed-network-connection-1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8" name="fixed-network-connection-1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9" name="fixed-network-connection-1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0" name="fixed-network-connection-1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1" name="fixed-network-connection-1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2" name="fixed-network-connection-1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3" name="fixed-network-connection-1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4" name="fixed-network-connection-1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5" name="fixed-network-connection-1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6" name="fixed-network-connection-1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7" name="fixed-network-connection-1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8" name="fixed-network-connection-1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9" name="fixed-network-connection-1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0" name="fixed-network-connection-1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1" name="fixed-network-connection-1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2" name="fixed-network-connection-1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3" name="fixed-network-connection-1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4" name="fixed-network-connection-1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5" name="fixed-network-connection-1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6" name="fixed-network-connection-1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7" name="fixed-network-connection-1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8" name="fixed-network-connection-1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9" name="fixed-network-connection-1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0" name="fixed-network-connection-1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1" name="fixed-network-connection-1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2" name="fixed-network-connection-1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3" name="fixed-network-connection-1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4" name="fixed-network-connection-1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5" name="fixed-network-connection-17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36273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4BF6E-0B8F-41F8-900D-08B8C6A8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7E862-2B51-4946-8D0B-7CE69DE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EF6AD-D0EB-45E1-A4B9-6BEA34D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3F7DF-6A28-4109-99F8-F3006FD0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NEIGHBORHOOD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28416-904F-40FC-A9A5-6403E66B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`fill_layer` creates a larger structural jump.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2015-44D3-42A1-85DE-C16E80A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4C641-E06E-46FE-B9A8-B190716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417A5-A853-44E1-8F44-CE31991F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4B546-709B-4095-B4DE-B55BCF1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F3636-7F83-45F7-AB21-9434BC2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86C0E-BE71-4F65-92A7-5A9816D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26B9-E9C6-4E77-B6B3-FC45BF08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7E1D-0BE2-4E46-AECA-B4C6923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60DC3-4CAA-4D17-92E5-22E02D0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7DB58-CD12-4C2C-BFF1-962E830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B7655-B710-43FA-9575-C18D8825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5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1A8FA-A48D-4950-8BDB-4CAA860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38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0026-06D7-4ABB-96CD-57CB0DA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EA1B1-CC07-491D-88A8-51431D3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CF1545-BFCC-45E2-843A-DA92739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ReLU · tanh · GELU · Swish · Sigmoid · ReLU · Identity · tanh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64A551-C795-4E66-BA4A-6C772229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365760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A9C06A-F1BB-4BF9-BBB0-DC9A8DA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00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09CE49-ADD5-462E-A44F-6FA1F88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fill:L1:Swish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51D4A0-8E07-4E80-8BA2-8F1A2DB3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667000" cy="3238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40FA1C-E189-4AE7-B7DE-CF60362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DC35E2-399A-4BD1-B977-F13F3C4C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592143-5E2E-4439-B59A-8BBCC45A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C252B8-EE3B-4C06-AEE0-8D757D8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2EA6AF-3E7D-4B43-9E4B-B7412FDD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BABCC8-63FE-42C3-AC2E-2494D4BB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F1B2EB-D60E-4D6E-A9D8-054FB59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37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83CBB2-173A-4722-B27E-F8D554D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9901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B1B26A-4117-4821-807E-45697FE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19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8D607C-333E-4375-B80B-6727D0A0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7387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94A9A1-55B0-497E-A875-BC025E8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684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63C815-49D8-492B-9234-0F9EDB2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874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9FE6EB-1594-487A-83FB-34CD2D4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6170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6DDEB4-DB62-433F-9714-D0190A6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360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115EFC-B8D9-4E26-A792-CEFB7D38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3657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0924E9-C712-474E-8368-7D87772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9847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038F20-1070-4723-A128-90BF32EC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1143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7560EB-B98E-48DA-8333-AAEA428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7333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1F93D3-8772-44FE-B276-3B57081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79B0A6-B467-4BCD-BC08-3A7B3EC2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48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80D248-121B-46D6-B0B9-EE897296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89DC7F9-52A2-4415-8E4F-6B6718F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Swish · Swish · Swish · Swish · Swish · Swish · Swish · Swish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7DFBF5-2316-48C2-BACB-BF56B69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742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4AE78C-65EE-426A-A97E-E14267C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5EBA62-06E2-4DAB-B1D6-E0FE28E1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Coarse search step: useful for leaving plateaus, but it can destroy useful local structure.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A664B77-405E-4FF3-A99B-5958B75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F44B9C5-0923-4070-94AB-4E3084C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6" name="fixed-network-connection-1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7" name="fixed-network-connection-1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8" name="fixed-network-connection-1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19" name="fixed-network-connection-1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0" name="fixed-network-connection-1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1" name="fixed-network-connection-1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2" name="fixed-network-connection-1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3" name="fixed-network-connection-1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4" name="fixed-network-connection-1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5" name="fixed-network-connection-1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6" name="fixed-network-connection-1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7" name="fixed-network-connection-1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8" name="fixed-network-connection-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29" name="fixed-network-connection-1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0" name="fixed-network-connection-1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1" name="fixed-network-connection-1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2" name="fixed-network-connection-1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3" name="fixed-network-connection-1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4" name="fixed-network-connection-1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5" name="fixed-network-connection-1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6" name="fixed-network-connection-1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7" name="fixed-network-connection-1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8" name="fixed-network-connection-1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39" name="fixed-network-connection-1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0" name="fixed-network-connection-1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1" name="fixed-network-connection-1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2" name="fixed-network-connection-1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3" name="fixed-network-connection-1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4" name="fixed-network-connection-1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5" name="fixed-network-connection-1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6" name="fixed-network-connection-1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7" name="fixed-network-connection-1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8" name="fixed-network-connection-1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49" name="fixed-network-connection-14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0" name="fixed-network-connection-1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1" name="fixed-network-connection-1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2" name="fixed-network-connection-1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3" name="fixed-network-connection-1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4" name="fixed-network-connection-1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5" name="fixed-network-connection-1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95325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6" name="fixed-network-connection-1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7" name="fixed-network-connection-1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8" name="fixed-network-connection-1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59" name="fixed-network-connection-1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-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0" name="fixed-network-connection-1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13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1" name="fixed-network-connection-1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41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2" name="fixed-network-connection-1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687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3" name="fixed-network-connection-1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6953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4" name="fixed-network-connection-1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5" name="fixed-network-connection-1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411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6" name="fixed-network-connection-1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1136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7" name="fixed-network-connection-1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861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8" name="fixed-network-connection-1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58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69" name="fixed-network-connection-1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11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0" name="fixed-network-connection-1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-36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1" name="fixed-network-connection-1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6953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2" name="fixed-network-connection-1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47975"/>
            <a:ext cx="6953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3" name="fixed-network-connection-1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22839"/>
            <a:ext cx="695325" cy="696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4" name="fixed-network-connection-1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97704"/>
            <a:ext cx="695325" cy="421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5" name="fixed-network-connection-17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72568"/>
            <a:ext cx="695325" cy="146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6" name="fixed-network-connection-17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7432"/>
            <a:ext cx="695325" cy="-127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7" name="fixed-network-connection-1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22296"/>
            <a:ext cx="695325" cy="-402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8" name="fixed-network-connection-17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97161"/>
            <a:ext cx="695325" cy="-67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  <p:sp>
        <p:nvSpPr>
          <p:cNvPr id="179" name="fixed-network-connection-17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72025"/>
            <a:ext cx="695325" cy="-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F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74445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E623F-4533-41E2-B9DA-3327B23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D56EB-7072-4A53-8C63-A137438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19345-FBAC-4AA2-81E4-5D44C82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AB1E-C0DB-47E4-ACAF-6B7709C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HYPERPARAMETERS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532D1-B5E9-44FE-83B8-45723C06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most important hyperparameters define the search budget and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38E31-C3F3-482D-AD5B-F5E069B7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F068B-DBEC-41FA-BAD5-9BF8D46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max_steps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3A6A-9390-4129-BE2F-EC2B9D0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How many candidate moves can be tested.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91F13-099E-4DFE-84B9-2E25455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958D5-C286-4F7C-9AAE-6AEA61E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candidate_epochs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E8DD6-4F70-4334-B1E9-5A2F08DF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051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How much training each candidate receives before scoring.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35B95-C603-42DD-8701-7D78C4AC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B6EF7-4280-4499-A2EE-DEA2DF7A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start_temperature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87E0E-A32D-46EB-874E-596A8A11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How exploratory the early search 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288C5-FFD5-49BD-B736-85ACCC0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F22D7-576D-468D-B35A-F4652AD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43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cooling 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BB5ED-05C6-4B58-90D7-F61FB771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How fast exploration is reduced.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03897-9D4F-4567-AE8C-A5C6B8A2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434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8D334-DE7F-4C01-9C30-09CC1FB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95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neighborhood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CA6E1-AD81-4A27-B46D-0CEAA0C8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57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Which operations are allowed: set, swap, fill, or combinations.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48986-E33D-479A-8907-F002036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CAB44-C518-4BF1-948B-A473FE81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95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0AD4E-B186-4AC8-AD37-C3428E2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Multiple seeds are required because both training and search are stochastic.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7D888-95CD-458A-B873-DAFA626C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F5959-6FAC-4034-968C-30552BD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12719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4A181-88D5-4FC4-B7F1-4EAF889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C56BA-5B02-4EC5-B6CB-B968B2B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5A3C4-4904-4E4C-8F68-2DAAED6E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33F2-D78B-4AD6-88DC-212E8CF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SEARCH VS.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9CC38-069C-4A8D-A473-8669CABB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Search budget and final evaluation answer different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1F7D9-006D-4ECF-A6D1-746B333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381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4A8C-E551-457E-BE44-E798F37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Search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E7B99-A69E-4F7B-AF0C-F4A4D01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4000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Fast candidate scoring:</a:t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short training, validation loss, many attempted layouts.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Question: which layouts look promising?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26EFD-5E34-456B-9311-56719583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381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2DD01-35F4-4167-9876-705F33BE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Final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01153-EA71-4B5A-AE7F-F3C3AAC7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4000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Fair retraining:</a:t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official epochs, same seeds, same split, test held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Question: which layout actually performs?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AEFD4-0C8E-4138-B37F-36930445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67300"/>
            <a:ext cx="7543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105BC-46BE-42CC-B2A8-6B778BB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76850"/>
            <a:ext cx="716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annealing_score ≠ final_test_score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DE03-A11F-4000-AB87-ACE49F65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95950"/>
            <a:ext cx="708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report both numbers separately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3F744-215C-4E43-B2BC-64C6D4A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FAA7E-AB55-4374-8F29-A7763294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18592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B01A0-F8B2-427D-80DC-EAC334CA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C5370-7298-426E-8AC3-5D1C2D28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5712F-5C4B-4AFE-9FAD-54C2F5A1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22432-7688-4F5D-89FB-A2EA38E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HOW TO READ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9129F-54BB-465F-AE0A-C418329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During a run, these signals explain what the search is doing.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FB49E-B25E-4B6A-823C-28E0305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3FA48-0047-488B-9F61-85936F47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current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B9AF9-6F9F-447A-91C3-1389A34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state the algorithm is currently moving from.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87BE2-504D-41FC-A020-BDA0346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B7287-FC6D-4069-AB5B-7137CB63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candidate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ADDB8-88A8-4FFA-BD60-1B32AF5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neighbor being tested in this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D8A29-89A6-4BB5-8D02-8C1468F5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1D240-C233-4944-B661-2B0457D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best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954B2-1380-4322-A556-E0B0BA0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best validation score seen so far.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69667-FDA8-4F7A-8379-12422BA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224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FD2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668A-F5F8-4515-B2C0-6C3551D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FCE8A-97FD-47E4-8971-27739F7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The current exploration level.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F917B-CB5C-4219-A62E-00355925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B1AEF-0C21-447C-9031-27992D8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851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Falling temperature means fewer accepted worse moves.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5129D-B924-4703-99CC-87B1A2A1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0FF89-B1E5-4225-84B2-406B3F4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851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Acceptance rate shows whether the search still explores.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3D4DD-2E8F-476D-B4A6-5B5236F5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DBA3B-3037-4B02-A79C-AD741012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851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1B24"/>
                </a:solidFill>
                <a:latin typeface="Aptos"/>
                <a:ea typeface="Aptos"/>
                <a:cs typeface="Aptos"/>
              </a:rPr>
              <a:t>Validation loss compares candidates; test accuracy is only final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934DC-48ED-4115-B790-CCC1F05B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5DFDF-EFC7-49B9-8EBA-D78E0D88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07134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2ED5A-53F4-4011-83A5-2788674A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F5EF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2D6CE-FF0D-4DD8-B69A-16D9B0D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26B38-2BF3-40E4-AB0F-FC0B3D9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F2A"/>
          </a:solidFill>
          <a:ln xmlns:a="http://schemas.openxmlformats.org/drawingml/2006/main" w="9525">
            <a:solidFill>
              <a:srgbClr val="D46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3B101-C318-4322-9EA5-0C80E1F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6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46F2A"/>
                </a:solidFill>
                <a:latin typeface="Aptos"/>
                <a:ea typeface="Aptos"/>
                <a:cs typeface="Aptos"/>
              </a:rPr>
              <a:t>METHOD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34D85-BDF4-4601-BF16-62F2A257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1B24"/>
                </a:solidFill>
                <a:latin typeface="Aptos Display"/>
                <a:ea typeface="Aptos Display"/>
                <a:cs typeface="Aptos Display"/>
              </a:rPr>
              <a:t>The method is useful, but it does not guarantee a global optimum.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7D45-E0DE-42E7-9093-0D71DF7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76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ED6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F006B-2206-4E27-B8C1-9ADBACA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What SA provides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6E549-76C0-4F06-914E-A3D39DB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381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A structured, budget-controlled search through a discrete activation layout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It can escape local minima by accepting some worse candidates.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B983B-31B5-4274-AF40-4FD5EE7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476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E6BC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37E63-D753-4414-82E7-766F31E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B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B24"/>
                </a:solidFill>
                <a:latin typeface="Aptos"/>
                <a:ea typeface="Aptos"/>
                <a:cs typeface="Aptos"/>
              </a:rPr>
              <a:t>What still needs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EA45C-9463-43A4-A11D-C741BE1C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381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Hyperparameters, neighborhood choice, and training budget must be compared over multiple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Final claims require fair retraining.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DD70C-8CE0-4E97-8498-C324353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7658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1A22"/>
          </a:solidFill>
          <a:ln xmlns:a="http://schemas.openxmlformats.org/drawingml/2006/main" w="9525">
            <a:solidFill>
              <a:srgbClr val="0F1A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3AA3A-FB21-4924-BBFE-C15F768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10200"/>
            <a:ext cx="727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 searches activation layouts; gradient descent trains weights.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C9D57-6753-4CED-B0FF-F32474AF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829300"/>
            <a:ext cx="720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this separation is the central methodological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FC9A4-F5DC-4EFF-B824-B7C19234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Simulated Annealing for Activation Layouts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B67E6-23A5-4595-8348-DC66FB2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57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6354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2026-05-05T17:27:29.0310000Z</dcterms:created>
  <dcterms:modified xsi:type="dcterms:W3CDTF">2026-05-05T17:27:29.0310000Z</dcterms:modified>
</coreProperties>
</file>